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58" r:id="rId3"/>
    <p:sldId id="259" r:id="rId4"/>
    <p:sldId id="260" r:id="rId5"/>
    <p:sldId id="261" r:id="rId6"/>
    <p:sldId id="26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210" y="6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435A4-0C86-45A6-5D46-45763D26A9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540402-B9F6-1648-1F87-4E22016846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E6B388-F1BB-0C31-DF52-5B3CC24F3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056DE-8C94-4E57-97DB-18E51730B6D2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2F312A-8430-5289-A628-060A7C897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2CB428-9C7B-04E0-0D21-17F5EA1AC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12ECE-9C1B-4760-A6D9-82266FE0CA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2354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37A39-60FC-06B2-94D2-59E9D6AC1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4A5AA6-3EDB-7FD6-5BE7-390DD3DABA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1C7D9B-BE9D-AF6E-AC77-8672BC069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056DE-8C94-4E57-97DB-18E51730B6D2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72FD04-2AA1-8993-76EE-EAF174965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6488D3-7580-1035-1A9B-53000EDDB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12ECE-9C1B-4760-A6D9-82266FE0CA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54302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75A8F-201E-EFD7-1654-F2AF3D4C8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B84C53-0920-6BBF-88BC-EC97B44877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1EA37D-F51D-EEEB-D57C-C8617B67B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056DE-8C94-4E57-97DB-18E51730B6D2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FE2DBD-6068-E038-F187-A87BCF5F3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E465EA-24E8-74C8-1473-163E1D88F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12ECE-9C1B-4760-A6D9-82266FE0CA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3060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54F4E-0439-3B19-7752-6AB59B284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E0345E-D549-A57C-9C48-72BBD82FAD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220208-715F-AE1A-E935-088057A154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643BE6-661A-38A8-BE70-EB3F63560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056DE-8C94-4E57-97DB-18E51730B6D2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D4E245-D8DC-703B-7E3F-81564B437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B714CC-7233-2AE0-4ED7-C7BF4DB51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12ECE-9C1B-4760-A6D9-82266FE0CA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79490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F9F79-A579-06BA-F2AC-8575DE956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F8900A-FFF7-F37A-371D-C89CD323AF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C88659-1766-EBD8-5EEA-7BDFF9B705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3F72CC-FF53-EB2D-8FDD-52D607FB3E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847960-55A2-8BF2-7EF9-0DF28E820A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E27446-8FDD-2106-2D30-3DB29C474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056DE-8C94-4E57-97DB-18E51730B6D2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BC301D-BB15-3EC6-2EBB-53E9F4B02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65CAC1-F7B5-A860-5AB2-D4ED7FCA3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12ECE-9C1B-4760-A6D9-82266FE0CA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004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C9019-3A01-1601-E25D-238AC8B11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2FB27B-C42C-650D-B2E7-BBF2442AE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056DE-8C94-4E57-97DB-18E51730B6D2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10F30A-E8EC-56A3-B7A2-77476A538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A660D3-3B7E-E1D9-21DC-ACFFD57D3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12ECE-9C1B-4760-A6D9-82266FE0CA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5911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4FE24B-DB09-DF71-A8F0-AA1DADCA3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056DE-8C94-4E57-97DB-18E51730B6D2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E32080-2BFC-4DCF-FCFC-4CBCACE60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B01D85-01B6-5BD4-6A96-9983C6835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12ECE-9C1B-4760-A6D9-82266FE0CA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54290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9EB18-E6FE-1B5E-26E5-F50C63C26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852302-DB07-2571-869B-4C62A490D8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B9B05B-6DFC-942E-5404-B722831947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18C511-BB74-78F1-87EB-3B2A71622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056DE-8C94-4E57-97DB-18E51730B6D2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AF4037-A283-E5B1-2CE0-9008D2F72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B42A19-41BD-38E6-7EA1-B55D65389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12ECE-9C1B-4760-A6D9-82266FE0CA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5909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DB2AD-A4FC-EF30-02F1-406EDDF81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5FAC24-AD22-DC9D-1322-A224F74CF1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08A2B7-925E-2E75-3F3E-200385E81A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7E9E85-A36F-532C-3970-03CE72577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056DE-8C94-4E57-97DB-18E51730B6D2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0EACC7-5279-70C1-BB91-99E61E0D9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7886B1-F1B9-77FD-5344-CAF7EC82F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12ECE-9C1B-4760-A6D9-82266FE0CA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02745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0489D-BE7F-31D7-7EC9-3F061F100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53ADA2-9B73-44F6-AEC2-6B1F048A6A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7F253C-350F-DB6E-301A-108BC4A7E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056DE-8C94-4E57-97DB-18E51730B6D2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275D03-10EB-322D-E290-F81ACA6B5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106175-95EF-FC3E-BB41-5E08283C8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12ECE-9C1B-4760-A6D9-82266FE0CA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84922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2C4F5A-AB49-8472-500C-B134216286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19B2FC-84EE-E27B-A4D8-08D1A59F1C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C95FD0-5CE8-E8B3-9BCC-F9C4196E2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056DE-8C94-4E57-97DB-18E51730B6D2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C66E83-6E35-B67C-AA62-444315D39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9A4D27-A42A-5567-E5E9-818C159B5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12ECE-9C1B-4760-A6D9-82266FE0CA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90732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DEBA71-C393-73D2-3664-15E163526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C205F0-9D47-29EB-A208-8394BF33F9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C2722B-3080-0DF1-6DC7-F0447AA492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9056DE-8C94-4E57-97DB-18E51730B6D2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FC990-47C6-4C33-5E46-0864E5E3E1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3DBB11-FD55-4D39-1D39-C5CC5D4F7A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212ECE-9C1B-4760-A6D9-82266FE0CA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8600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84F2B-074B-7B31-13E5-C2EE2CF80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0E50F6-B8AF-CA55-9905-4C6B3D5F96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491" y="147179"/>
            <a:ext cx="11765017" cy="656364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4F8AE90-90F5-5421-1A20-2911A34A9FA8}"/>
              </a:ext>
            </a:extLst>
          </p:cNvPr>
          <p:cNvSpPr txBox="1"/>
          <p:nvPr/>
        </p:nvSpPr>
        <p:spPr>
          <a:xfrm>
            <a:off x="960120" y="4358640"/>
            <a:ext cx="257556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2400033319 Y.Naga Bhavana</a:t>
            </a:r>
          </a:p>
          <a:p>
            <a:r>
              <a:rPr lang="en-US" dirty="0"/>
              <a:t>2400030984 S.H.V.S.Sai Harshini</a:t>
            </a:r>
          </a:p>
          <a:p>
            <a:r>
              <a:rPr lang="en-US" dirty="0"/>
              <a:t>2400031721 M.Tejamrutha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884446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5EE1E6BE-10AF-DA8B-1940-70DFB63E201E}"/>
              </a:ext>
            </a:extLst>
          </p:cNvPr>
          <p:cNvGrpSpPr/>
          <p:nvPr/>
        </p:nvGrpSpPr>
        <p:grpSpPr>
          <a:xfrm>
            <a:off x="-3535680" y="1798320"/>
            <a:ext cx="8427720" cy="9022080"/>
            <a:chOff x="2986582" y="167152"/>
            <a:chExt cx="6150014" cy="6521237"/>
          </a:xfrm>
          <a:solidFill>
            <a:schemeClr val="tx1">
              <a:lumMod val="85000"/>
              <a:lumOff val="15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3D4D0C97-A3E9-F0A2-0EAF-726CA7FC0A22}"/>
                </a:ext>
              </a:extLst>
            </p:cNvPr>
            <p:cNvSpPr/>
            <p:nvPr/>
          </p:nvSpPr>
          <p:spPr>
            <a:xfrm>
              <a:off x="6199240" y="167152"/>
              <a:ext cx="2937356" cy="3156151"/>
            </a:xfrm>
            <a:custGeom>
              <a:avLst/>
              <a:gdLst>
                <a:gd name="connsiteX0" fmla="*/ 0 w 2937356"/>
                <a:gd name="connsiteY0" fmla="*/ 0 h 3156151"/>
                <a:gd name="connsiteX1" fmla="*/ 20717 w 2937356"/>
                <a:gd name="connsiteY1" fmla="*/ 556 h 3156151"/>
                <a:gd name="connsiteX2" fmla="*/ 2935842 w 2937356"/>
                <a:gd name="connsiteY2" fmla="*/ 3092638 h 3156151"/>
                <a:gd name="connsiteX3" fmla="*/ 2937356 w 2937356"/>
                <a:gd name="connsiteY3" fmla="*/ 3156151 h 3156151"/>
                <a:gd name="connsiteX4" fmla="*/ 1396392 w 2937356"/>
                <a:gd name="connsiteY4" fmla="*/ 3156151 h 3156151"/>
                <a:gd name="connsiteX5" fmla="*/ 1393152 w 2937356"/>
                <a:gd name="connsiteY5" fmla="*/ 3084190 h 3156151"/>
                <a:gd name="connsiteX6" fmla="*/ 19676 w 2937356"/>
                <a:gd name="connsiteY6" fmla="*/ 1543967 h 3156151"/>
                <a:gd name="connsiteX7" fmla="*/ 0 w 2937356"/>
                <a:gd name="connsiteY7" fmla="*/ 1542853 h 3156151"/>
                <a:gd name="connsiteX8" fmla="*/ 0 w 2937356"/>
                <a:gd name="connsiteY8" fmla="*/ 0 h 3156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937356" h="3156151">
                  <a:moveTo>
                    <a:pt x="0" y="0"/>
                  </a:moveTo>
                  <a:lnTo>
                    <a:pt x="20717" y="556"/>
                  </a:lnTo>
                  <a:cubicBezTo>
                    <a:pt x="1594320" y="85165"/>
                    <a:pt x="2856075" y="1423512"/>
                    <a:pt x="2935842" y="3092638"/>
                  </a:cubicBezTo>
                  <a:lnTo>
                    <a:pt x="2937356" y="3156151"/>
                  </a:lnTo>
                  <a:lnTo>
                    <a:pt x="1396392" y="3156151"/>
                  </a:lnTo>
                  <a:lnTo>
                    <a:pt x="1393152" y="3084190"/>
                  </a:lnTo>
                  <a:cubicBezTo>
                    <a:pt x="1319606" y="2272074"/>
                    <a:pt x="743871" y="1626442"/>
                    <a:pt x="19676" y="1543967"/>
                  </a:cubicBezTo>
                  <a:lnTo>
                    <a:pt x="0" y="1542853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9556E28-6BCF-0074-E8B8-C9E194D9FCD3}"/>
                </a:ext>
              </a:extLst>
            </p:cNvPr>
            <p:cNvSpPr/>
            <p:nvPr/>
          </p:nvSpPr>
          <p:spPr>
            <a:xfrm>
              <a:off x="2986582" y="167152"/>
              <a:ext cx="2937354" cy="3156151"/>
            </a:xfrm>
            <a:custGeom>
              <a:avLst/>
              <a:gdLst>
                <a:gd name="connsiteX0" fmla="*/ 2937354 w 2937354"/>
                <a:gd name="connsiteY0" fmla="*/ 0 h 3156151"/>
                <a:gd name="connsiteX1" fmla="*/ 2937354 w 2937354"/>
                <a:gd name="connsiteY1" fmla="*/ 1542853 h 3156151"/>
                <a:gd name="connsiteX2" fmla="*/ 2917678 w 2937354"/>
                <a:gd name="connsiteY2" fmla="*/ 1543967 h 3156151"/>
                <a:gd name="connsiteX3" fmla="*/ 1544202 w 2937354"/>
                <a:gd name="connsiteY3" fmla="*/ 3084190 h 3156151"/>
                <a:gd name="connsiteX4" fmla="*/ 1540962 w 2937354"/>
                <a:gd name="connsiteY4" fmla="*/ 3156151 h 3156151"/>
                <a:gd name="connsiteX5" fmla="*/ 0 w 2937354"/>
                <a:gd name="connsiteY5" fmla="*/ 3156151 h 3156151"/>
                <a:gd name="connsiteX6" fmla="*/ 1514 w 2937354"/>
                <a:gd name="connsiteY6" fmla="*/ 3092638 h 3156151"/>
                <a:gd name="connsiteX7" fmla="*/ 2916639 w 2937354"/>
                <a:gd name="connsiteY7" fmla="*/ 556 h 3156151"/>
                <a:gd name="connsiteX8" fmla="*/ 2937354 w 2937354"/>
                <a:gd name="connsiteY8" fmla="*/ 0 h 3156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937354" h="3156151">
                  <a:moveTo>
                    <a:pt x="2937354" y="0"/>
                  </a:moveTo>
                  <a:lnTo>
                    <a:pt x="2937354" y="1542853"/>
                  </a:lnTo>
                  <a:lnTo>
                    <a:pt x="2917678" y="1543967"/>
                  </a:lnTo>
                  <a:cubicBezTo>
                    <a:pt x="2193483" y="1626442"/>
                    <a:pt x="1617749" y="2272074"/>
                    <a:pt x="1544202" y="3084190"/>
                  </a:cubicBezTo>
                  <a:lnTo>
                    <a:pt x="1540962" y="3156151"/>
                  </a:lnTo>
                  <a:lnTo>
                    <a:pt x="0" y="3156151"/>
                  </a:lnTo>
                  <a:lnTo>
                    <a:pt x="1514" y="3092638"/>
                  </a:lnTo>
                  <a:cubicBezTo>
                    <a:pt x="81281" y="1423512"/>
                    <a:pt x="1343036" y="85165"/>
                    <a:pt x="2916639" y="556"/>
                  </a:cubicBezTo>
                  <a:lnTo>
                    <a:pt x="2937354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332693A8-3F85-073D-CBA4-19FECCA5E39B}"/>
                </a:ext>
              </a:extLst>
            </p:cNvPr>
            <p:cNvSpPr/>
            <p:nvPr/>
          </p:nvSpPr>
          <p:spPr>
            <a:xfrm>
              <a:off x="2986582" y="3532237"/>
              <a:ext cx="2937354" cy="3156152"/>
            </a:xfrm>
            <a:custGeom>
              <a:avLst/>
              <a:gdLst>
                <a:gd name="connsiteX0" fmla="*/ 0 w 2937354"/>
                <a:gd name="connsiteY0" fmla="*/ 0 h 3156152"/>
                <a:gd name="connsiteX1" fmla="*/ 1540962 w 2937354"/>
                <a:gd name="connsiteY1" fmla="*/ 0 h 3156152"/>
                <a:gd name="connsiteX2" fmla="*/ 1544202 w 2937354"/>
                <a:gd name="connsiteY2" fmla="*/ 71962 h 3156152"/>
                <a:gd name="connsiteX3" fmla="*/ 2917678 w 2937354"/>
                <a:gd name="connsiteY3" fmla="*/ 1612185 h 3156152"/>
                <a:gd name="connsiteX4" fmla="*/ 2937354 w 2937354"/>
                <a:gd name="connsiteY4" fmla="*/ 1613299 h 3156152"/>
                <a:gd name="connsiteX5" fmla="*/ 2937354 w 2937354"/>
                <a:gd name="connsiteY5" fmla="*/ 3156152 h 3156152"/>
                <a:gd name="connsiteX6" fmla="*/ 2916639 w 2937354"/>
                <a:gd name="connsiteY6" fmla="*/ 3155596 h 3156152"/>
                <a:gd name="connsiteX7" fmla="*/ 1514 w 2937354"/>
                <a:gd name="connsiteY7" fmla="*/ 63514 h 3156152"/>
                <a:gd name="connsiteX8" fmla="*/ 0 w 2937354"/>
                <a:gd name="connsiteY8" fmla="*/ 0 h 3156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937354" h="3156152">
                  <a:moveTo>
                    <a:pt x="0" y="0"/>
                  </a:moveTo>
                  <a:lnTo>
                    <a:pt x="1540962" y="0"/>
                  </a:lnTo>
                  <a:lnTo>
                    <a:pt x="1544202" y="71962"/>
                  </a:lnTo>
                  <a:cubicBezTo>
                    <a:pt x="1617749" y="884078"/>
                    <a:pt x="2193483" y="1529710"/>
                    <a:pt x="2917678" y="1612185"/>
                  </a:cubicBezTo>
                  <a:lnTo>
                    <a:pt x="2937354" y="1613299"/>
                  </a:lnTo>
                  <a:lnTo>
                    <a:pt x="2937354" y="3156152"/>
                  </a:lnTo>
                  <a:lnTo>
                    <a:pt x="2916639" y="3155596"/>
                  </a:lnTo>
                  <a:cubicBezTo>
                    <a:pt x="1343036" y="3070988"/>
                    <a:pt x="81281" y="1732640"/>
                    <a:pt x="1514" y="63514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551708A2-7A94-20B4-9DC6-FD2097016005}"/>
                </a:ext>
              </a:extLst>
            </p:cNvPr>
            <p:cNvSpPr/>
            <p:nvPr/>
          </p:nvSpPr>
          <p:spPr>
            <a:xfrm>
              <a:off x="6199240" y="3532237"/>
              <a:ext cx="2937356" cy="3156152"/>
            </a:xfrm>
            <a:custGeom>
              <a:avLst/>
              <a:gdLst>
                <a:gd name="connsiteX0" fmla="*/ 1396392 w 2937356"/>
                <a:gd name="connsiteY0" fmla="*/ 0 h 3156152"/>
                <a:gd name="connsiteX1" fmla="*/ 2937356 w 2937356"/>
                <a:gd name="connsiteY1" fmla="*/ 0 h 3156152"/>
                <a:gd name="connsiteX2" fmla="*/ 2935842 w 2937356"/>
                <a:gd name="connsiteY2" fmla="*/ 63514 h 3156152"/>
                <a:gd name="connsiteX3" fmla="*/ 20717 w 2937356"/>
                <a:gd name="connsiteY3" fmla="*/ 3155596 h 3156152"/>
                <a:gd name="connsiteX4" fmla="*/ 0 w 2937356"/>
                <a:gd name="connsiteY4" fmla="*/ 3156152 h 3156152"/>
                <a:gd name="connsiteX5" fmla="*/ 0 w 2937356"/>
                <a:gd name="connsiteY5" fmla="*/ 1613299 h 3156152"/>
                <a:gd name="connsiteX6" fmla="*/ 19676 w 2937356"/>
                <a:gd name="connsiteY6" fmla="*/ 1612185 h 3156152"/>
                <a:gd name="connsiteX7" fmla="*/ 1393152 w 2937356"/>
                <a:gd name="connsiteY7" fmla="*/ 71962 h 3156152"/>
                <a:gd name="connsiteX8" fmla="*/ 1396392 w 2937356"/>
                <a:gd name="connsiteY8" fmla="*/ 0 h 3156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937356" h="3156152">
                  <a:moveTo>
                    <a:pt x="1396392" y="0"/>
                  </a:moveTo>
                  <a:lnTo>
                    <a:pt x="2937356" y="0"/>
                  </a:lnTo>
                  <a:lnTo>
                    <a:pt x="2935842" y="63514"/>
                  </a:lnTo>
                  <a:cubicBezTo>
                    <a:pt x="2856075" y="1732640"/>
                    <a:pt x="1594320" y="3070988"/>
                    <a:pt x="20717" y="3155596"/>
                  </a:cubicBezTo>
                  <a:lnTo>
                    <a:pt x="0" y="3156152"/>
                  </a:lnTo>
                  <a:lnTo>
                    <a:pt x="0" y="1613299"/>
                  </a:lnTo>
                  <a:lnTo>
                    <a:pt x="19676" y="1612185"/>
                  </a:lnTo>
                  <a:cubicBezTo>
                    <a:pt x="743871" y="1529710"/>
                    <a:pt x="1319606" y="884078"/>
                    <a:pt x="1393152" y="71962"/>
                  </a:cubicBezTo>
                  <a:lnTo>
                    <a:pt x="139639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/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0FE660E3-9599-5964-901E-1F28786F8FE7}"/>
              </a:ext>
            </a:extLst>
          </p:cNvPr>
          <p:cNvSpPr txBox="1"/>
          <p:nvPr/>
        </p:nvSpPr>
        <p:spPr>
          <a:xfrm>
            <a:off x="4892040" y="1249680"/>
            <a:ext cx="627888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Bodoni MT Black" panose="02070A03080606020203" pitchFamily="18" charset="0"/>
              </a:rPr>
              <a:t>Introduction And Objective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Traditional methods of accessing resources are scattered and inefficient.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 web-based library centralizes textbooks, research papers, and study guides with searchable categories.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Enables admins to manage resources and users while enhancing students and educators learning experience.</a:t>
            </a:r>
            <a:endParaRPr lang="en-IN" sz="2400" dirty="0">
              <a:latin typeface="Bodoni MT Black" panose="02070A03080606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304157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CDF1C-AD54-AF9B-210A-B3034AFC4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2FB940B8-FF68-E8F7-E13B-84F4C7214372}"/>
              </a:ext>
            </a:extLst>
          </p:cNvPr>
          <p:cNvGrpSpPr/>
          <p:nvPr/>
        </p:nvGrpSpPr>
        <p:grpSpPr>
          <a:xfrm rot="5400000">
            <a:off x="-3550920" y="1813558"/>
            <a:ext cx="8427721" cy="8991602"/>
            <a:chOff x="2986581" y="189182"/>
            <a:chExt cx="6150015" cy="6499207"/>
          </a:xfrm>
          <a:solidFill>
            <a:schemeClr val="tx1">
              <a:lumMod val="85000"/>
              <a:lumOff val="15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12FEDCB-5DAC-D812-B760-AAAE08864CC1}"/>
                </a:ext>
              </a:extLst>
            </p:cNvPr>
            <p:cNvSpPr/>
            <p:nvPr/>
          </p:nvSpPr>
          <p:spPr>
            <a:xfrm>
              <a:off x="6199240" y="189183"/>
              <a:ext cx="2937356" cy="3156151"/>
            </a:xfrm>
            <a:custGeom>
              <a:avLst/>
              <a:gdLst>
                <a:gd name="connsiteX0" fmla="*/ 0 w 2937356"/>
                <a:gd name="connsiteY0" fmla="*/ 0 h 3156151"/>
                <a:gd name="connsiteX1" fmla="*/ 20717 w 2937356"/>
                <a:gd name="connsiteY1" fmla="*/ 556 h 3156151"/>
                <a:gd name="connsiteX2" fmla="*/ 2935842 w 2937356"/>
                <a:gd name="connsiteY2" fmla="*/ 3092638 h 3156151"/>
                <a:gd name="connsiteX3" fmla="*/ 2937356 w 2937356"/>
                <a:gd name="connsiteY3" fmla="*/ 3156151 h 3156151"/>
                <a:gd name="connsiteX4" fmla="*/ 1396392 w 2937356"/>
                <a:gd name="connsiteY4" fmla="*/ 3156151 h 3156151"/>
                <a:gd name="connsiteX5" fmla="*/ 1393152 w 2937356"/>
                <a:gd name="connsiteY5" fmla="*/ 3084190 h 3156151"/>
                <a:gd name="connsiteX6" fmla="*/ 19676 w 2937356"/>
                <a:gd name="connsiteY6" fmla="*/ 1543967 h 3156151"/>
                <a:gd name="connsiteX7" fmla="*/ 0 w 2937356"/>
                <a:gd name="connsiteY7" fmla="*/ 1542853 h 3156151"/>
                <a:gd name="connsiteX8" fmla="*/ 0 w 2937356"/>
                <a:gd name="connsiteY8" fmla="*/ 0 h 3156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937356" h="3156151">
                  <a:moveTo>
                    <a:pt x="0" y="0"/>
                  </a:moveTo>
                  <a:lnTo>
                    <a:pt x="20717" y="556"/>
                  </a:lnTo>
                  <a:cubicBezTo>
                    <a:pt x="1594320" y="85165"/>
                    <a:pt x="2856075" y="1423512"/>
                    <a:pt x="2935842" y="3092638"/>
                  </a:cubicBezTo>
                  <a:lnTo>
                    <a:pt x="2937356" y="3156151"/>
                  </a:lnTo>
                  <a:lnTo>
                    <a:pt x="1396392" y="3156151"/>
                  </a:lnTo>
                  <a:lnTo>
                    <a:pt x="1393152" y="3084190"/>
                  </a:lnTo>
                  <a:cubicBezTo>
                    <a:pt x="1319606" y="2272074"/>
                    <a:pt x="743871" y="1626442"/>
                    <a:pt x="19676" y="1543967"/>
                  </a:cubicBezTo>
                  <a:lnTo>
                    <a:pt x="0" y="1542853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5A7CC28-B7DB-4414-E0E1-BF5E42D36477}"/>
                </a:ext>
              </a:extLst>
            </p:cNvPr>
            <p:cNvSpPr/>
            <p:nvPr/>
          </p:nvSpPr>
          <p:spPr>
            <a:xfrm>
              <a:off x="2986581" y="189182"/>
              <a:ext cx="2937354" cy="3156151"/>
            </a:xfrm>
            <a:custGeom>
              <a:avLst/>
              <a:gdLst>
                <a:gd name="connsiteX0" fmla="*/ 2937354 w 2937354"/>
                <a:gd name="connsiteY0" fmla="*/ 0 h 3156151"/>
                <a:gd name="connsiteX1" fmla="*/ 2937354 w 2937354"/>
                <a:gd name="connsiteY1" fmla="*/ 1542853 h 3156151"/>
                <a:gd name="connsiteX2" fmla="*/ 2917678 w 2937354"/>
                <a:gd name="connsiteY2" fmla="*/ 1543967 h 3156151"/>
                <a:gd name="connsiteX3" fmla="*/ 1544202 w 2937354"/>
                <a:gd name="connsiteY3" fmla="*/ 3084190 h 3156151"/>
                <a:gd name="connsiteX4" fmla="*/ 1540962 w 2937354"/>
                <a:gd name="connsiteY4" fmla="*/ 3156151 h 3156151"/>
                <a:gd name="connsiteX5" fmla="*/ 0 w 2937354"/>
                <a:gd name="connsiteY5" fmla="*/ 3156151 h 3156151"/>
                <a:gd name="connsiteX6" fmla="*/ 1514 w 2937354"/>
                <a:gd name="connsiteY6" fmla="*/ 3092638 h 3156151"/>
                <a:gd name="connsiteX7" fmla="*/ 2916639 w 2937354"/>
                <a:gd name="connsiteY7" fmla="*/ 556 h 3156151"/>
                <a:gd name="connsiteX8" fmla="*/ 2937354 w 2937354"/>
                <a:gd name="connsiteY8" fmla="*/ 0 h 3156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937354" h="3156151">
                  <a:moveTo>
                    <a:pt x="2937354" y="0"/>
                  </a:moveTo>
                  <a:lnTo>
                    <a:pt x="2937354" y="1542853"/>
                  </a:lnTo>
                  <a:lnTo>
                    <a:pt x="2917678" y="1543967"/>
                  </a:lnTo>
                  <a:cubicBezTo>
                    <a:pt x="2193483" y="1626442"/>
                    <a:pt x="1617749" y="2272074"/>
                    <a:pt x="1544202" y="3084190"/>
                  </a:cubicBezTo>
                  <a:lnTo>
                    <a:pt x="1540962" y="3156151"/>
                  </a:lnTo>
                  <a:lnTo>
                    <a:pt x="0" y="3156151"/>
                  </a:lnTo>
                  <a:lnTo>
                    <a:pt x="1514" y="3092638"/>
                  </a:lnTo>
                  <a:cubicBezTo>
                    <a:pt x="81281" y="1423512"/>
                    <a:pt x="1343036" y="85165"/>
                    <a:pt x="2916639" y="556"/>
                  </a:cubicBezTo>
                  <a:lnTo>
                    <a:pt x="2937354" y="0"/>
                  </a:lnTo>
                  <a:close/>
                </a:path>
              </a:pathLst>
            </a:custGeom>
            <a:blipFill dpi="0" rotWithShape="0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22D8F30A-1D5A-B8B2-D24B-AC266889183A}"/>
                </a:ext>
              </a:extLst>
            </p:cNvPr>
            <p:cNvSpPr/>
            <p:nvPr/>
          </p:nvSpPr>
          <p:spPr>
            <a:xfrm>
              <a:off x="2986582" y="3532237"/>
              <a:ext cx="2937354" cy="3156152"/>
            </a:xfrm>
            <a:custGeom>
              <a:avLst/>
              <a:gdLst>
                <a:gd name="connsiteX0" fmla="*/ 0 w 2937354"/>
                <a:gd name="connsiteY0" fmla="*/ 0 h 3156152"/>
                <a:gd name="connsiteX1" fmla="*/ 1540962 w 2937354"/>
                <a:gd name="connsiteY1" fmla="*/ 0 h 3156152"/>
                <a:gd name="connsiteX2" fmla="*/ 1544202 w 2937354"/>
                <a:gd name="connsiteY2" fmla="*/ 71962 h 3156152"/>
                <a:gd name="connsiteX3" fmla="*/ 2917678 w 2937354"/>
                <a:gd name="connsiteY3" fmla="*/ 1612185 h 3156152"/>
                <a:gd name="connsiteX4" fmla="*/ 2937354 w 2937354"/>
                <a:gd name="connsiteY4" fmla="*/ 1613299 h 3156152"/>
                <a:gd name="connsiteX5" fmla="*/ 2937354 w 2937354"/>
                <a:gd name="connsiteY5" fmla="*/ 3156152 h 3156152"/>
                <a:gd name="connsiteX6" fmla="*/ 2916639 w 2937354"/>
                <a:gd name="connsiteY6" fmla="*/ 3155596 h 3156152"/>
                <a:gd name="connsiteX7" fmla="*/ 1514 w 2937354"/>
                <a:gd name="connsiteY7" fmla="*/ 63514 h 3156152"/>
                <a:gd name="connsiteX8" fmla="*/ 0 w 2937354"/>
                <a:gd name="connsiteY8" fmla="*/ 0 h 3156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937354" h="3156152">
                  <a:moveTo>
                    <a:pt x="0" y="0"/>
                  </a:moveTo>
                  <a:lnTo>
                    <a:pt x="1540962" y="0"/>
                  </a:lnTo>
                  <a:lnTo>
                    <a:pt x="1544202" y="71962"/>
                  </a:lnTo>
                  <a:cubicBezTo>
                    <a:pt x="1617749" y="884078"/>
                    <a:pt x="2193483" y="1529710"/>
                    <a:pt x="2917678" y="1612185"/>
                  </a:cubicBezTo>
                  <a:lnTo>
                    <a:pt x="2937354" y="1613299"/>
                  </a:lnTo>
                  <a:lnTo>
                    <a:pt x="2937354" y="3156152"/>
                  </a:lnTo>
                  <a:lnTo>
                    <a:pt x="2916639" y="3155596"/>
                  </a:lnTo>
                  <a:cubicBezTo>
                    <a:pt x="1343036" y="3070988"/>
                    <a:pt x="81281" y="1732640"/>
                    <a:pt x="1514" y="63514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1D400D2-291E-37A1-5E01-DC560C4BE751}"/>
                </a:ext>
              </a:extLst>
            </p:cNvPr>
            <p:cNvSpPr/>
            <p:nvPr/>
          </p:nvSpPr>
          <p:spPr>
            <a:xfrm>
              <a:off x="6199240" y="3532237"/>
              <a:ext cx="2937356" cy="3156152"/>
            </a:xfrm>
            <a:custGeom>
              <a:avLst/>
              <a:gdLst>
                <a:gd name="connsiteX0" fmla="*/ 1396392 w 2937356"/>
                <a:gd name="connsiteY0" fmla="*/ 0 h 3156152"/>
                <a:gd name="connsiteX1" fmla="*/ 2937356 w 2937356"/>
                <a:gd name="connsiteY1" fmla="*/ 0 h 3156152"/>
                <a:gd name="connsiteX2" fmla="*/ 2935842 w 2937356"/>
                <a:gd name="connsiteY2" fmla="*/ 63514 h 3156152"/>
                <a:gd name="connsiteX3" fmla="*/ 20717 w 2937356"/>
                <a:gd name="connsiteY3" fmla="*/ 3155596 h 3156152"/>
                <a:gd name="connsiteX4" fmla="*/ 0 w 2937356"/>
                <a:gd name="connsiteY4" fmla="*/ 3156152 h 3156152"/>
                <a:gd name="connsiteX5" fmla="*/ 0 w 2937356"/>
                <a:gd name="connsiteY5" fmla="*/ 1613299 h 3156152"/>
                <a:gd name="connsiteX6" fmla="*/ 19676 w 2937356"/>
                <a:gd name="connsiteY6" fmla="*/ 1612185 h 3156152"/>
                <a:gd name="connsiteX7" fmla="*/ 1393152 w 2937356"/>
                <a:gd name="connsiteY7" fmla="*/ 71962 h 3156152"/>
                <a:gd name="connsiteX8" fmla="*/ 1396392 w 2937356"/>
                <a:gd name="connsiteY8" fmla="*/ 0 h 3156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937356" h="3156152">
                  <a:moveTo>
                    <a:pt x="1396392" y="0"/>
                  </a:moveTo>
                  <a:lnTo>
                    <a:pt x="2937356" y="0"/>
                  </a:lnTo>
                  <a:lnTo>
                    <a:pt x="2935842" y="63514"/>
                  </a:lnTo>
                  <a:cubicBezTo>
                    <a:pt x="2856075" y="1732640"/>
                    <a:pt x="1594320" y="3070988"/>
                    <a:pt x="20717" y="3155596"/>
                  </a:cubicBezTo>
                  <a:lnTo>
                    <a:pt x="0" y="3156152"/>
                  </a:lnTo>
                  <a:lnTo>
                    <a:pt x="0" y="1613299"/>
                  </a:lnTo>
                  <a:lnTo>
                    <a:pt x="19676" y="1612185"/>
                  </a:lnTo>
                  <a:cubicBezTo>
                    <a:pt x="743871" y="1529710"/>
                    <a:pt x="1319606" y="884078"/>
                    <a:pt x="1393152" y="71962"/>
                  </a:cubicBezTo>
                  <a:lnTo>
                    <a:pt x="139639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4293DE2-1129-7FC4-C83D-8D19091049A0}"/>
              </a:ext>
            </a:extLst>
          </p:cNvPr>
          <p:cNvSpPr txBox="1"/>
          <p:nvPr/>
        </p:nvSpPr>
        <p:spPr>
          <a:xfrm>
            <a:off x="5158741" y="1097280"/>
            <a:ext cx="6728459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Bodoni MT Black" panose="02070A03080606020203" pitchFamily="18" charset="0"/>
              </a:rPr>
              <a:t>User Roles</a:t>
            </a:r>
          </a:p>
          <a:p>
            <a:r>
              <a:rPr lang="en-US" sz="2400" b="1" dirty="0"/>
              <a:t>Admin</a:t>
            </a:r>
            <a:endParaRPr lang="en-US" sz="2400" dirty="0"/>
          </a:p>
          <a:p>
            <a:r>
              <a:rPr lang="en-US" sz="2400" dirty="0"/>
              <a:t>Upload and categorize resources.</a:t>
            </a:r>
          </a:p>
          <a:p>
            <a:r>
              <a:rPr lang="en-US" sz="2400" dirty="0"/>
              <a:t>Manage user accounts and permissions.</a:t>
            </a:r>
          </a:p>
          <a:p>
            <a:r>
              <a:rPr lang="en-US" sz="2400" dirty="0"/>
              <a:t>Track usage and feedback.</a:t>
            </a:r>
          </a:p>
          <a:p>
            <a:r>
              <a:rPr lang="en-US" sz="2400" b="1" dirty="0"/>
              <a:t>User </a:t>
            </a:r>
            <a:endParaRPr lang="en-US" sz="2400" dirty="0"/>
          </a:p>
          <a:p>
            <a:r>
              <a:rPr lang="en-US" sz="2400" dirty="0"/>
              <a:t>Search and download resources.</a:t>
            </a:r>
          </a:p>
          <a:p>
            <a:r>
              <a:rPr lang="en-US" sz="2400" dirty="0"/>
              <a:t>Access categorized materials.</a:t>
            </a:r>
          </a:p>
          <a:p>
            <a:r>
              <a:rPr lang="en-US" sz="2400" dirty="0"/>
              <a:t>Provide feedback on materials.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7948817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6E69E-E18D-E461-239B-BEF995877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29266A2C-B237-71EB-5AA9-3DBD2E6666AC}"/>
              </a:ext>
            </a:extLst>
          </p:cNvPr>
          <p:cNvGrpSpPr/>
          <p:nvPr/>
        </p:nvGrpSpPr>
        <p:grpSpPr>
          <a:xfrm rot="10800000">
            <a:off x="-3550920" y="1813558"/>
            <a:ext cx="8427721" cy="8991602"/>
            <a:chOff x="2986581" y="189182"/>
            <a:chExt cx="6150015" cy="6499207"/>
          </a:xfrm>
          <a:solidFill>
            <a:schemeClr val="tx1">
              <a:lumMod val="85000"/>
              <a:lumOff val="15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A6BC543-8BA3-9632-4B7D-7C6654F63A77}"/>
                </a:ext>
              </a:extLst>
            </p:cNvPr>
            <p:cNvSpPr/>
            <p:nvPr/>
          </p:nvSpPr>
          <p:spPr>
            <a:xfrm>
              <a:off x="6199240" y="189183"/>
              <a:ext cx="2937356" cy="3156151"/>
            </a:xfrm>
            <a:custGeom>
              <a:avLst/>
              <a:gdLst>
                <a:gd name="connsiteX0" fmla="*/ 0 w 2937356"/>
                <a:gd name="connsiteY0" fmla="*/ 0 h 3156151"/>
                <a:gd name="connsiteX1" fmla="*/ 20717 w 2937356"/>
                <a:gd name="connsiteY1" fmla="*/ 556 h 3156151"/>
                <a:gd name="connsiteX2" fmla="*/ 2935842 w 2937356"/>
                <a:gd name="connsiteY2" fmla="*/ 3092638 h 3156151"/>
                <a:gd name="connsiteX3" fmla="*/ 2937356 w 2937356"/>
                <a:gd name="connsiteY3" fmla="*/ 3156151 h 3156151"/>
                <a:gd name="connsiteX4" fmla="*/ 1396392 w 2937356"/>
                <a:gd name="connsiteY4" fmla="*/ 3156151 h 3156151"/>
                <a:gd name="connsiteX5" fmla="*/ 1393152 w 2937356"/>
                <a:gd name="connsiteY5" fmla="*/ 3084190 h 3156151"/>
                <a:gd name="connsiteX6" fmla="*/ 19676 w 2937356"/>
                <a:gd name="connsiteY6" fmla="*/ 1543967 h 3156151"/>
                <a:gd name="connsiteX7" fmla="*/ 0 w 2937356"/>
                <a:gd name="connsiteY7" fmla="*/ 1542853 h 3156151"/>
                <a:gd name="connsiteX8" fmla="*/ 0 w 2937356"/>
                <a:gd name="connsiteY8" fmla="*/ 0 h 3156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937356" h="3156151">
                  <a:moveTo>
                    <a:pt x="0" y="0"/>
                  </a:moveTo>
                  <a:lnTo>
                    <a:pt x="20717" y="556"/>
                  </a:lnTo>
                  <a:cubicBezTo>
                    <a:pt x="1594320" y="85165"/>
                    <a:pt x="2856075" y="1423512"/>
                    <a:pt x="2935842" y="3092638"/>
                  </a:cubicBezTo>
                  <a:lnTo>
                    <a:pt x="2937356" y="3156151"/>
                  </a:lnTo>
                  <a:lnTo>
                    <a:pt x="1396392" y="3156151"/>
                  </a:lnTo>
                  <a:lnTo>
                    <a:pt x="1393152" y="3084190"/>
                  </a:lnTo>
                  <a:cubicBezTo>
                    <a:pt x="1319606" y="2272074"/>
                    <a:pt x="743871" y="1626442"/>
                    <a:pt x="19676" y="1543967"/>
                  </a:cubicBezTo>
                  <a:lnTo>
                    <a:pt x="0" y="1542853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B72FFAB-98A8-9372-B36E-A8F5E53A32B6}"/>
                </a:ext>
              </a:extLst>
            </p:cNvPr>
            <p:cNvSpPr/>
            <p:nvPr/>
          </p:nvSpPr>
          <p:spPr>
            <a:xfrm>
              <a:off x="2986581" y="189182"/>
              <a:ext cx="2937354" cy="3156151"/>
            </a:xfrm>
            <a:custGeom>
              <a:avLst/>
              <a:gdLst>
                <a:gd name="connsiteX0" fmla="*/ 2937354 w 2937354"/>
                <a:gd name="connsiteY0" fmla="*/ 0 h 3156151"/>
                <a:gd name="connsiteX1" fmla="*/ 2937354 w 2937354"/>
                <a:gd name="connsiteY1" fmla="*/ 1542853 h 3156151"/>
                <a:gd name="connsiteX2" fmla="*/ 2917678 w 2937354"/>
                <a:gd name="connsiteY2" fmla="*/ 1543967 h 3156151"/>
                <a:gd name="connsiteX3" fmla="*/ 1544202 w 2937354"/>
                <a:gd name="connsiteY3" fmla="*/ 3084190 h 3156151"/>
                <a:gd name="connsiteX4" fmla="*/ 1540962 w 2937354"/>
                <a:gd name="connsiteY4" fmla="*/ 3156151 h 3156151"/>
                <a:gd name="connsiteX5" fmla="*/ 0 w 2937354"/>
                <a:gd name="connsiteY5" fmla="*/ 3156151 h 3156151"/>
                <a:gd name="connsiteX6" fmla="*/ 1514 w 2937354"/>
                <a:gd name="connsiteY6" fmla="*/ 3092638 h 3156151"/>
                <a:gd name="connsiteX7" fmla="*/ 2916639 w 2937354"/>
                <a:gd name="connsiteY7" fmla="*/ 556 h 3156151"/>
                <a:gd name="connsiteX8" fmla="*/ 2937354 w 2937354"/>
                <a:gd name="connsiteY8" fmla="*/ 0 h 3156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937354" h="3156151">
                  <a:moveTo>
                    <a:pt x="2937354" y="0"/>
                  </a:moveTo>
                  <a:lnTo>
                    <a:pt x="2937354" y="1542853"/>
                  </a:lnTo>
                  <a:lnTo>
                    <a:pt x="2917678" y="1543967"/>
                  </a:lnTo>
                  <a:cubicBezTo>
                    <a:pt x="2193483" y="1626442"/>
                    <a:pt x="1617749" y="2272074"/>
                    <a:pt x="1544202" y="3084190"/>
                  </a:cubicBezTo>
                  <a:lnTo>
                    <a:pt x="1540962" y="3156151"/>
                  </a:lnTo>
                  <a:lnTo>
                    <a:pt x="0" y="3156151"/>
                  </a:lnTo>
                  <a:lnTo>
                    <a:pt x="1514" y="3092638"/>
                  </a:lnTo>
                  <a:cubicBezTo>
                    <a:pt x="81281" y="1423512"/>
                    <a:pt x="1343036" y="85165"/>
                    <a:pt x="2916639" y="556"/>
                  </a:cubicBezTo>
                  <a:lnTo>
                    <a:pt x="2937354" y="0"/>
                  </a:lnTo>
                  <a:close/>
                </a:path>
              </a:pathLst>
            </a:custGeom>
            <a:blipFill dpi="0" rotWithShape="0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2166E3CB-968B-A2B3-D18A-0D1E07B3A982}"/>
                </a:ext>
              </a:extLst>
            </p:cNvPr>
            <p:cNvSpPr/>
            <p:nvPr/>
          </p:nvSpPr>
          <p:spPr>
            <a:xfrm>
              <a:off x="2986582" y="3532237"/>
              <a:ext cx="2937354" cy="3156152"/>
            </a:xfrm>
            <a:custGeom>
              <a:avLst/>
              <a:gdLst>
                <a:gd name="connsiteX0" fmla="*/ 0 w 2937354"/>
                <a:gd name="connsiteY0" fmla="*/ 0 h 3156152"/>
                <a:gd name="connsiteX1" fmla="*/ 1540962 w 2937354"/>
                <a:gd name="connsiteY1" fmla="*/ 0 h 3156152"/>
                <a:gd name="connsiteX2" fmla="*/ 1544202 w 2937354"/>
                <a:gd name="connsiteY2" fmla="*/ 71962 h 3156152"/>
                <a:gd name="connsiteX3" fmla="*/ 2917678 w 2937354"/>
                <a:gd name="connsiteY3" fmla="*/ 1612185 h 3156152"/>
                <a:gd name="connsiteX4" fmla="*/ 2937354 w 2937354"/>
                <a:gd name="connsiteY4" fmla="*/ 1613299 h 3156152"/>
                <a:gd name="connsiteX5" fmla="*/ 2937354 w 2937354"/>
                <a:gd name="connsiteY5" fmla="*/ 3156152 h 3156152"/>
                <a:gd name="connsiteX6" fmla="*/ 2916639 w 2937354"/>
                <a:gd name="connsiteY6" fmla="*/ 3155596 h 3156152"/>
                <a:gd name="connsiteX7" fmla="*/ 1514 w 2937354"/>
                <a:gd name="connsiteY7" fmla="*/ 63514 h 3156152"/>
                <a:gd name="connsiteX8" fmla="*/ 0 w 2937354"/>
                <a:gd name="connsiteY8" fmla="*/ 0 h 3156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937354" h="3156152">
                  <a:moveTo>
                    <a:pt x="0" y="0"/>
                  </a:moveTo>
                  <a:lnTo>
                    <a:pt x="1540962" y="0"/>
                  </a:lnTo>
                  <a:lnTo>
                    <a:pt x="1544202" y="71962"/>
                  </a:lnTo>
                  <a:cubicBezTo>
                    <a:pt x="1617749" y="884078"/>
                    <a:pt x="2193483" y="1529710"/>
                    <a:pt x="2917678" y="1612185"/>
                  </a:cubicBezTo>
                  <a:lnTo>
                    <a:pt x="2937354" y="1613299"/>
                  </a:lnTo>
                  <a:lnTo>
                    <a:pt x="2937354" y="3156152"/>
                  </a:lnTo>
                  <a:lnTo>
                    <a:pt x="2916639" y="3155596"/>
                  </a:lnTo>
                  <a:cubicBezTo>
                    <a:pt x="1343036" y="3070988"/>
                    <a:pt x="81281" y="1732640"/>
                    <a:pt x="1514" y="63514"/>
                  </a:cubicBez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1EBFA8D0-7494-9932-6F13-8882A6CA16BC}"/>
                </a:ext>
              </a:extLst>
            </p:cNvPr>
            <p:cNvSpPr/>
            <p:nvPr/>
          </p:nvSpPr>
          <p:spPr>
            <a:xfrm>
              <a:off x="6199240" y="3532237"/>
              <a:ext cx="2937356" cy="3156152"/>
            </a:xfrm>
            <a:custGeom>
              <a:avLst/>
              <a:gdLst>
                <a:gd name="connsiteX0" fmla="*/ 1396392 w 2937356"/>
                <a:gd name="connsiteY0" fmla="*/ 0 h 3156152"/>
                <a:gd name="connsiteX1" fmla="*/ 2937356 w 2937356"/>
                <a:gd name="connsiteY1" fmla="*/ 0 h 3156152"/>
                <a:gd name="connsiteX2" fmla="*/ 2935842 w 2937356"/>
                <a:gd name="connsiteY2" fmla="*/ 63514 h 3156152"/>
                <a:gd name="connsiteX3" fmla="*/ 20717 w 2937356"/>
                <a:gd name="connsiteY3" fmla="*/ 3155596 h 3156152"/>
                <a:gd name="connsiteX4" fmla="*/ 0 w 2937356"/>
                <a:gd name="connsiteY4" fmla="*/ 3156152 h 3156152"/>
                <a:gd name="connsiteX5" fmla="*/ 0 w 2937356"/>
                <a:gd name="connsiteY5" fmla="*/ 1613299 h 3156152"/>
                <a:gd name="connsiteX6" fmla="*/ 19676 w 2937356"/>
                <a:gd name="connsiteY6" fmla="*/ 1612185 h 3156152"/>
                <a:gd name="connsiteX7" fmla="*/ 1393152 w 2937356"/>
                <a:gd name="connsiteY7" fmla="*/ 71962 h 3156152"/>
                <a:gd name="connsiteX8" fmla="*/ 1396392 w 2937356"/>
                <a:gd name="connsiteY8" fmla="*/ 0 h 3156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937356" h="3156152">
                  <a:moveTo>
                    <a:pt x="1396392" y="0"/>
                  </a:moveTo>
                  <a:lnTo>
                    <a:pt x="2937356" y="0"/>
                  </a:lnTo>
                  <a:lnTo>
                    <a:pt x="2935842" y="63514"/>
                  </a:lnTo>
                  <a:cubicBezTo>
                    <a:pt x="2856075" y="1732640"/>
                    <a:pt x="1594320" y="3070988"/>
                    <a:pt x="20717" y="3155596"/>
                  </a:cubicBezTo>
                  <a:lnTo>
                    <a:pt x="0" y="3156152"/>
                  </a:lnTo>
                  <a:lnTo>
                    <a:pt x="0" y="1613299"/>
                  </a:lnTo>
                  <a:lnTo>
                    <a:pt x="19676" y="1612185"/>
                  </a:lnTo>
                  <a:cubicBezTo>
                    <a:pt x="743871" y="1529710"/>
                    <a:pt x="1319606" y="884078"/>
                    <a:pt x="1393152" y="71962"/>
                  </a:cubicBezTo>
                  <a:lnTo>
                    <a:pt x="139639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0A638210-9320-DFFB-3DF1-74A538B86DE1}"/>
              </a:ext>
            </a:extLst>
          </p:cNvPr>
          <p:cNvSpPr txBox="1"/>
          <p:nvPr/>
        </p:nvSpPr>
        <p:spPr>
          <a:xfrm>
            <a:off x="5059680" y="944880"/>
            <a:ext cx="6400800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Bodoni MT Black" panose="02070A03080606020203" pitchFamily="18" charset="0"/>
              </a:rPr>
              <a:t>Key Features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Centralized Resource Repository</a:t>
            </a:r>
            <a:r>
              <a:rPr lang="en-US" sz="2400" dirty="0"/>
              <a:t>: Store all educational materials in one platform.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Advanced Search &amp; Filters</a:t>
            </a:r>
            <a:r>
              <a:rPr lang="en-US" sz="2400" dirty="0"/>
              <a:t>: Quickly find resources by keyword, category, or subject.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 Download Option</a:t>
            </a:r>
            <a:r>
              <a:rPr lang="en-US" sz="2400" dirty="0"/>
              <a:t>: Easy access to required materials.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Feedback System</a:t>
            </a:r>
            <a:r>
              <a:rPr lang="en-US" sz="2400" dirty="0"/>
              <a:t>: Users can rate and provide suggestions.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26749510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F20CDB-D54B-FF54-8697-15BB87ACF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89A18E41-834B-043C-BE0E-34255B47BFE5}"/>
              </a:ext>
            </a:extLst>
          </p:cNvPr>
          <p:cNvGrpSpPr/>
          <p:nvPr/>
        </p:nvGrpSpPr>
        <p:grpSpPr>
          <a:xfrm rot="16200000">
            <a:off x="-3550920" y="1813558"/>
            <a:ext cx="8427721" cy="8991602"/>
            <a:chOff x="2986581" y="189182"/>
            <a:chExt cx="6150015" cy="6499207"/>
          </a:xfrm>
          <a:solidFill>
            <a:schemeClr val="tx1">
              <a:lumMod val="85000"/>
              <a:lumOff val="15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AC6C031-EE7C-888C-9A07-2CF99CF268E2}"/>
                </a:ext>
              </a:extLst>
            </p:cNvPr>
            <p:cNvSpPr/>
            <p:nvPr/>
          </p:nvSpPr>
          <p:spPr>
            <a:xfrm>
              <a:off x="6199240" y="189183"/>
              <a:ext cx="2937356" cy="3156151"/>
            </a:xfrm>
            <a:custGeom>
              <a:avLst/>
              <a:gdLst>
                <a:gd name="connsiteX0" fmla="*/ 0 w 2937356"/>
                <a:gd name="connsiteY0" fmla="*/ 0 h 3156151"/>
                <a:gd name="connsiteX1" fmla="*/ 20717 w 2937356"/>
                <a:gd name="connsiteY1" fmla="*/ 556 h 3156151"/>
                <a:gd name="connsiteX2" fmla="*/ 2935842 w 2937356"/>
                <a:gd name="connsiteY2" fmla="*/ 3092638 h 3156151"/>
                <a:gd name="connsiteX3" fmla="*/ 2937356 w 2937356"/>
                <a:gd name="connsiteY3" fmla="*/ 3156151 h 3156151"/>
                <a:gd name="connsiteX4" fmla="*/ 1396392 w 2937356"/>
                <a:gd name="connsiteY4" fmla="*/ 3156151 h 3156151"/>
                <a:gd name="connsiteX5" fmla="*/ 1393152 w 2937356"/>
                <a:gd name="connsiteY5" fmla="*/ 3084190 h 3156151"/>
                <a:gd name="connsiteX6" fmla="*/ 19676 w 2937356"/>
                <a:gd name="connsiteY6" fmla="*/ 1543967 h 3156151"/>
                <a:gd name="connsiteX7" fmla="*/ 0 w 2937356"/>
                <a:gd name="connsiteY7" fmla="*/ 1542853 h 3156151"/>
                <a:gd name="connsiteX8" fmla="*/ 0 w 2937356"/>
                <a:gd name="connsiteY8" fmla="*/ 0 h 3156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937356" h="3156151">
                  <a:moveTo>
                    <a:pt x="0" y="0"/>
                  </a:moveTo>
                  <a:lnTo>
                    <a:pt x="20717" y="556"/>
                  </a:lnTo>
                  <a:cubicBezTo>
                    <a:pt x="1594320" y="85165"/>
                    <a:pt x="2856075" y="1423512"/>
                    <a:pt x="2935842" y="3092638"/>
                  </a:cubicBezTo>
                  <a:lnTo>
                    <a:pt x="2937356" y="3156151"/>
                  </a:lnTo>
                  <a:lnTo>
                    <a:pt x="1396392" y="3156151"/>
                  </a:lnTo>
                  <a:lnTo>
                    <a:pt x="1393152" y="3084190"/>
                  </a:lnTo>
                  <a:cubicBezTo>
                    <a:pt x="1319606" y="2272074"/>
                    <a:pt x="743871" y="1626442"/>
                    <a:pt x="19676" y="1543967"/>
                  </a:cubicBezTo>
                  <a:lnTo>
                    <a:pt x="0" y="1542853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3074A60-6213-3221-62C1-6D2192E7D2A3}"/>
                </a:ext>
              </a:extLst>
            </p:cNvPr>
            <p:cNvSpPr/>
            <p:nvPr/>
          </p:nvSpPr>
          <p:spPr>
            <a:xfrm>
              <a:off x="2986581" y="189182"/>
              <a:ext cx="2937354" cy="3156151"/>
            </a:xfrm>
            <a:custGeom>
              <a:avLst/>
              <a:gdLst>
                <a:gd name="connsiteX0" fmla="*/ 2937354 w 2937354"/>
                <a:gd name="connsiteY0" fmla="*/ 0 h 3156151"/>
                <a:gd name="connsiteX1" fmla="*/ 2937354 w 2937354"/>
                <a:gd name="connsiteY1" fmla="*/ 1542853 h 3156151"/>
                <a:gd name="connsiteX2" fmla="*/ 2917678 w 2937354"/>
                <a:gd name="connsiteY2" fmla="*/ 1543967 h 3156151"/>
                <a:gd name="connsiteX3" fmla="*/ 1544202 w 2937354"/>
                <a:gd name="connsiteY3" fmla="*/ 3084190 h 3156151"/>
                <a:gd name="connsiteX4" fmla="*/ 1540962 w 2937354"/>
                <a:gd name="connsiteY4" fmla="*/ 3156151 h 3156151"/>
                <a:gd name="connsiteX5" fmla="*/ 0 w 2937354"/>
                <a:gd name="connsiteY5" fmla="*/ 3156151 h 3156151"/>
                <a:gd name="connsiteX6" fmla="*/ 1514 w 2937354"/>
                <a:gd name="connsiteY6" fmla="*/ 3092638 h 3156151"/>
                <a:gd name="connsiteX7" fmla="*/ 2916639 w 2937354"/>
                <a:gd name="connsiteY7" fmla="*/ 556 h 3156151"/>
                <a:gd name="connsiteX8" fmla="*/ 2937354 w 2937354"/>
                <a:gd name="connsiteY8" fmla="*/ 0 h 3156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937354" h="3156151">
                  <a:moveTo>
                    <a:pt x="2937354" y="0"/>
                  </a:moveTo>
                  <a:lnTo>
                    <a:pt x="2937354" y="1542853"/>
                  </a:lnTo>
                  <a:lnTo>
                    <a:pt x="2917678" y="1543967"/>
                  </a:lnTo>
                  <a:cubicBezTo>
                    <a:pt x="2193483" y="1626442"/>
                    <a:pt x="1617749" y="2272074"/>
                    <a:pt x="1544202" y="3084190"/>
                  </a:cubicBezTo>
                  <a:lnTo>
                    <a:pt x="1540962" y="3156151"/>
                  </a:lnTo>
                  <a:lnTo>
                    <a:pt x="0" y="3156151"/>
                  </a:lnTo>
                  <a:lnTo>
                    <a:pt x="1514" y="3092638"/>
                  </a:lnTo>
                  <a:cubicBezTo>
                    <a:pt x="81281" y="1423512"/>
                    <a:pt x="1343036" y="85165"/>
                    <a:pt x="2916639" y="556"/>
                  </a:cubicBezTo>
                  <a:lnTo>
                    <a:pt x="2937354" y="0"/>
                  </a:lnTo>
                  <a:close/>
                </a:path>
              </a:pathLst>
            </a:custGeom>
            <a:blipFill dpi="0" rotWithShape="0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FC0B4681-1B30-E5C1-7783-FAE175095596}"/>
                </a:ext>
              </a:extLst>
            </p:cNvPr>
            <p:cNvSpPr/>
            <p:nvPr/>
          </p:nvSpPr>
          <p:spPr>
            <a:xfrm>
              <a:off x="2986582" y="3532237"/>
              <a:ext cx="2937354" cy="3156152"/>
            </a:xfrm>
            <a:custGeom>
              <a:avLst/>
              <a:gdLst>
                <a:gd name="connsiteX0" fmla="*/ 0 w 2937354"/>
                <a:gd name="connsiteY0" fmla="*/ 0 h 3156152"/>
                <a:gd name="connsiteX1" fmla="*/ 1540962 w 2937354"/>
                <a:gd name="connsiteY1" fmla="*/ 0 h 3156152"/>
                <a:gd name="connsiteX2" fmla="*/ 1544202 w 2937354"/>
                <a:gd name="connsiteY2" fmla="*/ 71962 h 3156152"/>
                <a:gd name="connsiteX3" fmla="*/ 2917678 w 2937354"/>
                <a:gd name="connsiteY3" fmla="*/ 1612185 h 3156152"/>
                <a:gd name="connsiteX4" fmla="*/ 2937354 w 2937354"/>
                <a:gd name="connsiteY4" fmla="*/ 1613299 h 3156152"/>
                <a:gd name="connsiteX5" fmla="*/ 2937354 w 2937354"/>
                <a:gd name="connsiteY5" fmla="*/ 3156152 h 3156152"/>
                <a:gd name="connsiteX6" fmla="*/ 2916639 w 2937354"/>
                <a:gd name="connsiteY6" fmla="*/ 3155596 h 3156152"/>
                <a:gd name="connsiteX7" fmla="*/ 1514 w 2937354"/>
                <a:gd name="connsiteY7" fmla="*/ 63514 h 3156152"/>
                <a:gd name="connsiteX8" fmla="*/ 0 w 2937354"/>
                <a:gd name="connsiteY8" fmla="*/ 0 h 3156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937354" h="3156152">
                  <a:moveTo>
                    <a:pt x="0" y="0"/>
                  </a:moveTo>
                  <a:lnTo>
                    <a:pt x="1540962" y="0"/>
                  </a:lnTo>
                  <a:lnTo>
                    <a:pt x="1544202" y="71962"/>
                  </a:lnTo>
                  <a:cubicBezTo>
                    <a:pt x="1617749" y="884078"/>
                    <a:pt x="2193483" y="1529710"/>
                    <a:pt x="2917678" y="1612185"/>
                  </a:cubicBezTo>
                  <a:lnTo>
                    <a:pt x="2937354" y="1613299"/>
                  </a:lnTo>
                  <a:lnTo>
                    <a:pt x="2937354" y="3156152"/>
                  </a:lnTo>
                  <a:lnTo>
                    <a:pt x="2916639" y="3155596"/>
                  </a:lnTo>
                  <a:cubicBezTo>
                    <a:pt x="1343036" y="3070988"/>
                    <a:pt x="81281" y="1732640"/>
                    <a:pt x="1514" y="63514"/>
                  </a:cubicBez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41D8A0D4-CD8F-4F9E-D2B0-949CBD56B959}"/>
                </a:ext>
              </a:extLst>
            </p:cNvPr>
            <p:cNvSpPr/>
            <p:nvPr/>
          </p:nvSpPr>
          <p:spPr>
            <a:xfrm>
              <a:off x="6199240" y="3532237"/>
              <a:ext cx="2937356" cy="3156152"/>
            </a:xfrm>
            <a:custGeom>
              <a:avLst/>
              <a:gdLst>
                <a:gd name="connsiteX0" fmla="*/ 1396392 w 2937356"/>
                <a:gd name="connsiteY0" fmla="*/ 0 h 3156152"/>
                <a:gd name="connsiteX1" fmla="*/ 2937356 w 2937356"/>
                <a:gd name="connsiteY1" fmla="*/ 0 h 3156152"/>
                <a:gd name="connsiteX2" fmla="*/ 2935842 w 2937356"/>
                <a:gd name="connsiteY2" fmla="*/ 63514 h 3156152"/>
                <a:gd name="connsiteX3" fmla="*/ 20717 w 2937356"/>
                <a:gd name="connsiteY3" fmla="*/ 3155596 h 3156152"/>
                <a:gd name="connsiteX4" fmla="*/ 0 w 2937356"/>
                <a:gd name="connsiteY4" fmla="*/ 3156152 h 3156152"/>
                <a:gd name="connsiteX5" fmla="*/ 0 w 2937356"/>
                <a:gd name="connsiteY5" fmla="*/ 1613299 h 3156152"/>
                <a:gd name="connsiteX6" fmla="*/ 19676 w 2937356"/>
                <a:gd name="connsiteY6" fmla="*/ 1612185 h 3156152"/>
                <a:gd name="connsiteX7" fmla="*/ 1393152 w 2937356"/>
                <a:gd name="connsiteY7" fmla="*/ 71962 h 3156152"/>
                <a:gd name="connsiteX8" fmla="*/ 1396392 w 2937356"/>
                <a:gd name="connsiteY8" fmla="*/ 0 h 3156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937356" h="3156152">
                  <a:moveTo>
                    <a:pt x="1396392" y="0"/>
                  </a:moveTo>
                  <a:lnTo>
                    <a:pt x="2937356" y="0"/>
                  </a:lnTo>
                  <a:lnTo>
                    <a:pt x="2935842" y="63514"/>
                  </a:lnTo>
                  <a:cubicBezTo>
                    <a:pt x="2856075" y="1732640"/>
                    <a:pt x="1594320" y="3070988"/>
                    <a:pt x="20717" y="3155596"/>
                  </a:cubicBezTo>
                  <a:lnTo>
                    <a:pt x="0" y="3156152"/>
                  </a:lnTo>
                  <a:lnTo>
                    <a:pt x="0" y="1613299"/>
                  </a:lnTo>
                  <a:lnTo>
                    <a:pt x="19676" y="1612185"/>
                  </a:lnTo>
                  <a:cubicBezTo>
                    <a:pt x="743871" y="1529710"/>
                    <a:pt x="1319606" y="884078"/>
                    <a:pt x="1393152" y="71962"/>
                  </a:cubicBezTo>
                  <a:lnTo>
                    <a:pt x="1396392" y="0"/>
                  </a:lnTo>
                  <a:close/>
                </a:path>
              </a:pathLst>
            </a:custGeom>
            <a:blipFill dpi="0" rotWithShape="0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43F7A153-EF20-1BDD-1CEA-8517033FC36A}"/>
              </a:ext>
            </a:extLst>
          </p:cNvPr>
          <p:cNvSpPr txBox="1"/>
          <p:nvPr/>
        </p:nvSpPr>
        <p:spPr>
          <a:xfrm>
            <a:off x="5158742" y="1051560"/>
            <a:ext cx="6393178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Bodoni MT Black" panose="02070A03080606020203" pitchFamily="18" charset="0"/>
              </a:rPr>
              <a:t>Benefits &amp; Conclusion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Students</a:t>
            </a:r>
            <a:r>
              <a:rPr lang="en-US" sz="2400" dirty="0"/>
              <a:t>: Quick access to resources, better performance.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Educators</a:t>
            </a:r>
            <a:r>
              <a:rPr lang="en-US" sz="2400" dirty="0"/>
              <a:t>: Easy sharing of materials, improved teaching support.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Institutions</a:t>
            </a:r>
            <a:r>
              <a:rPr lang="en-US" sz="2400" dirty="0"/>
              <a:t>: Organized resources, reduced duplication.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Conclusion</a:t>
            </a:r>
            <a:r>
              <a:rPr lang="en-US" sz="2400" dirty="0"/>
              <a:t>: A web-based library ensures efficiency, accessibility, and collaboration, strengthening learning and research outcomes.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48903748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28DF7C9-99E7-C027-926D-42DBB9DE14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9F128C8-F9C4-8B80-9FB5-690191633F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432560"/>
            <a:ext cx="6095998" cy="3810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3BA93ED-A082-5AA8-F629-0A6A11497F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" y="1432560"/>
            <a:ext cx="5821684" cy="3810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6A54E46-5DED-0AA2-2052-9821756E9D46}"/>
              </a:ext>
            </a:extLst>
          </p:cNvPr>
          <p:cNvSpPr txBox="1"/>
          <p:nvPr/>
        </p:nvSpPr>
        <p:spPr>
          <a:xfrm>
            <a:off x="838200" y="487680"/>
            <a:ext cx="3474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highlight>
                  <a:srgbClr val="C0C0C0"/>
                </a:highlight>
                <a:latin typeface="Bodoni MT Black" panose="02070A03080606020203" pitchFamily="18" charset="0"/>
              </a:rPr>
              <a:t>HOME PAGE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CA3BA8A-08A6-B917-26A0-5C0D72B3858A}"/>
              </a:ext>
            </a:extLst>
          </p:cNvPr>
          <p:cNvSpPr txBox="1"/>
          <p:nvPr/>
        </p:nvSpPr>
        <p:spPr>
          <a:xfrm>
            <a:off x="6781800" y="487680"/>
            <a:ext cx="3474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highlight>
                  <a:srgbClr val="C0C0C0"/>
                </a:highlight>
                <a:latin typeface="Bodoni MT Black" panose="02070A03080606020203" pitchFamily="18" charset="0"/>
              </a:rPr>
              <a:t>LOGIN PAGE</a:t>
            </a:r>
          </a:p>
        </p:txBody>
      </p:sp>
    </p:spTree>
    <p:extLst>
      <p:ext uri="{BB962C8B-B14F-4D97-AF65-F5344CB8AC3E}">
        <p14:creationId xmlns:p14="http://schemas.microsoft.com/office/powerpoint/2010/main" val="6827524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</TotalTime>
  <Words>203</Words>
  <Application>Microsoft Office PowerPoint</Application>
  <PresentationFormat>Widescreen</PresentationFormat>
  <Paragraphs>28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Bodoni MT Black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Harshini Sannidhi</dc:creator>
  <cp:lastModifiedBy>Harshini Sannidhi</cp:lastModifiedBy>
  <cp:revision>3</cp:revision>
  <dcterms:created xsi:type="dcterms:W3CDTF">2025-09-23T10:20:11Z</dcterms:created>
  <dcterms:modified xsi:type="dcterms:W3CDTF">2025-09-23T14:13:53Z</dcterms:modified>
</cp:coreProperties>
</file>